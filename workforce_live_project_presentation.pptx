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0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94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94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9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47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0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59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36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8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3721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75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9121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223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67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7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6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B35C6-D420-8403-CF5C-A366B3DCE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Case Study on Workforce Data Analysis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F97E0-FF28-8BAD-03EB-606707B33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0529" y="4354046"/>
            <a:ext cx="2703871" cy="155586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By,</a:t>
            </a:r>
          </a:p>
          <a:p>
            <a:r>
              <a:rPr lang="en-US" b="1" dirty="0">
                <a:solidFill>
                  <a:srgbClr val="FF0000"/>
                </a:solidFill>
              </a:rPr>
              <a:t>PARVATHI GH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40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Workforce Data Analysis</a:t>
            </a:r>
          </a:p>
          <a:p>
            <a:r>
              <a:t>Live Project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Objective: Analyze global workforce salary and remote work trends.</a:t>
            </a:r>
          </a:p>
          <a:p>
            <a:r>
              <a:t>• Dataset covers: job titles, salary, experience level, remote ratio, company details.</a:t>
            </a:r>
          </a:p>
          <a:p>
            <a:r>
              <a:t>• Goal: Generate insights for business strategy, HR planning, and talent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 &amp; Strategic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Salary benchmarking by title, experience, size, and location.</a:t>
            </a:r>
          </a:p>
          <a:p>
            <a:r>
              <a:t>• Identify high-growth markets and competitive regions.</a:t>
            </a:r>
          </a:p>
          <a:p>
            <a:r>
              <a:t>• Improve retention through salary trend evaluation.</a:t>
            </a:r>
          </a:p>
          <a:p>
            <a:r>
              <a:t>• Optimize remote work policies based on global adoption.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Talent Acquisition &amp; Workforce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Target countries with high-paying jobs for recruitment.</a:t>
            </a:r>
          </a:p>
          <a:p>
            <a:r>
              <a:t>• Analyze experience level distribution for workforce planning.</a:t>
            </a:r>
          </a:p>
          <a:p>
            <a:r>
              <a:t>• Identify talent scarcity via FT vs PT distribution.</a:t>
            </a:r>
          </a:p>
          <a:p>
            <a:r>
              <a:t>• Support data-driven hiring strategies.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Workforce Optimization &amp; Cost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Optimize salaries based on geographic patterns.</a:t>
            </a:r>
          </a:p>
          <a:p>
            <a:r>
              <a:t>• Adjust compensation models using growth trends.</a:t>
            </a:r>
          </a:p>
          <a:p>
            <a:r>
              <a:t>• Analyze in-office vs remote distribution for cost planning.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Trends &amp; Competitive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demand via job title and experience trends.</a:t>
            </a:r>
          </a:p>
          <a:p>
            <a:r>
              <a:t>• Predict future salary trends using multi-year growth data.</a:t>
            </a:r>
          </a:p>
          <a:p>
            <a:r>
              <a:t>• Identify emerging roles with strong salary growth.</a:t>
            </a:r>
          </a:p>
          <a:p>
            <a:r>
              <a:t>• Benchmark industries for competitiveness.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Geographical &amp; Remote Work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Remote work adoption across countries and levels.</a:t>
            </a:r>
          </a:p>
          <a:p>
            <a:r>
              <a:t>• Location-specific salary insights for entry and senior roles.</a:t>
            </a:r>
          </a:p>
          <a:p>
            <a:r>
              <a:t>• Identify strong talent pools across regions.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Policy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trends to design performance-based incentives.</a:t>
            </a:r>
          </a:p>
          <a:p>
            <a:r>
              <a:t>• Design targeted training programs by experience/salary growth.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Career Pathing &amp; Domain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Guide employees on transitioning to higher-paying roles.</a:t>
            </a:r>
          </a:p>
          <a:p>
            <a:r>
              <a:t>• Identify high-growth entry-level markets.</a:t>
            </a:r>
          </a:p>
          <a:p>
            <a:r>
              <a:t>• Support upskilling strategies with salary insights.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Salary optimization strategies.</a:t>
            </a:r>
          </a:p>
          <a:p>
            <a:r>
              <a:t>• Remote work policy development.</a:t>
            </a:r>
          </a:p>
          <a:p>
            <a:r>
              <a:t>• Business expansion guidance.</a:t>
            </a:r>
          </a:p>
          <a:p>
            <a:r>
              <a:t>• Career pathing insights.</a:t>
            </a:r>
          </a:p>
          <a:p>
            <a:r>
              <a:t>• Workforce planning improvements.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Fields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work_year, experience_level, employment_type, job_title.</a:t>
            </a:r>
          </a:p>
          <a:p>
            <a:r>
              <a:t>• salary, salary_currency, salary_in_usd.</a:t>
            </a:r>
          </a:p>
          <a:p>
            <a:r>
              <a:t>• employee_residence, remote_ratio.</a:t>
            </a:r>
          </a:p>
          <a:p>
            <a:r>
              <a:t>• company_location, company_size.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Tasks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Company size analysis (2021).</a:t>
            </a:r>
          </a:p>
          <a:p>
            <a:r>
              <a:t>• Top salaries for PT roles (2023).</a:t>
            </a:r>
          </a:p>
          <a:p>
            <a:r>
              <a:t>• Mid-level salary comparison (2023).</a:t>
            </a:r>
          </a:p>
          <a:p>
            <a:r>
              <a:t>• Senior salary extremes by location (2023).</a:t>
            </a:r>
          </a:p>
          <a:p>
            <a:r>
              <a:t>• Salary growth calculations (multi-year).</a:t>
            </a:r>
          </a:p>
          <a:p>
            <a:r>
              <a:t>• Remote ratio and salary updates (2024).</a:t>
            </a:r>
          </a:p>
          <a:p>
            <a:r>
              <a:t>• FT/PT percentage distribution.</a:t>
            </a:r>
          </a:p>
          <a:p>
            <a:r>
              <a:t>• Country-level salary growth trends.</a:t>
            </a:r>
          </a:p>
          <a:p>
            <a:r>
              <a:t>• Highest paying country per job title.</a:t>
            </a:r>
          </a:p>
          <a:p>
            <a:r>
              <a:t>• Fully remote work adoption by year and level.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exploration from provided Excel.</a:t>
            </a:r>
          </a:p>
          <a:p>
            <a:r>
              <a:t>• SQL-based data transformation &amp; analysis.</a:t>
            </a:r>
          </a:p>
          <a:p>
            <a:r>
              <a:t>• Multi-year comparative analytics.</a:t>
            </a:r>
          </a:p>
          <a:p>
            <a:r>
              <a:t>• Remote work segmentation analysis.</a:t>
            </a:r>
          </a:p>
          <a:p>
            <a:r>
              <a:t>• Country-based salary mapping.</a:t>
            </a:r>
          </a:p>
          <a:p>
            <a:r>
              <a:t>• Final insights compiled into report + PPT.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Organizations can optimize salary structures and hiring.</a:t>
            </a:r>
          </a:p>
          <a:p>
            <a:r>
              <a:t>• Remote work continues to evolve across experience levels.</a:t>
            </a:r>
          </a:p>
          <a:p>
            <a:r>
              <a:t>• Top-paying regions identified for strategic expansion.</a:t>
            </a:r>
          </a:p>
          <a:p>
            <a:r>
              <a:t>• Data-driven insights support HR, business, and workforce planning.</a:t>
            </a:r>
          </a:p>
          <a:p>
            <a:r>
              <a:t>• The project delivers actionable insights using SQL and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3</TotalTime>
  <Words>554</Words>
  <Application>Microsoft Office PowerPoint</Application>
  <PresentationFormat>On-screen Show (4:3)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Wisp</vt:lpstr>
      <vt:lpstr>Case Study on Workforce Data Analysis </vt:lpstr>
      <vt:lpstr>Title</vt:lpstr>
      <vt:lpstr>Introduction</vt:lpstr>
      <vt:lpstr>Business Insights &amp; Strategic Decision Making</vt:lpstr>
      <vt:lpstr>Talent Acquisition &amp; Workforce Planning</vt:lpstr>
      <vt:lpstr>Workforce Optimization &amp; Cost Control</vt:lpstr>
      <vt:lpstr>Market Trends &amp; Competitive Analysis</vt:lpstr>
      <vt:lpstr>Geographical &amp; Remote Work Insights</vt:lpstr>
      <vt:lpstr>HR Policy Enhancements</vt:lpstr>
      <vt:lpstr>Employee Career Pathing &amp; Domain Switching</vt:lpstr>
      <vt:lpstr>Key Outcomes</vt:lpstr>
      <vt:lpstr>Data Fields Used</vt:lpstr>
      <vt:lpstr>SQL Tasks Summary</vt:lpstr>
      <vt:lpstr>Methodology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PARVATHI G H</cp:lastModifiedBy>
  <cp:revision>2</cp:revision>
  <dcterms:created xsi:type="dcterms:W3CDTF">2013-01-27T09:14:16Z</dcterms:created>
  <dcterms:modified xsi:type="dcterms:W3CDTF">2025-11-28T04:41:23Z</dcterms:modified>
  <cp:category/>
</cp:coreProperties>
</file>